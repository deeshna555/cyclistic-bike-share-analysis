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8322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dirty="0"/>
              <a:t> </a:t>
            </a:r>
            <a:r>
              <a:rPr lang="en-US" dirty="0" smtClean="0"/>
              <a:t>                                                                                                                 Deeshna CK                </a:t>
            </a:r>
            <a:br>
              <a:rPr lang="en-US" dirty="0" smtClean="0"/>
            </a:br>
            <a:r>
              <a:rPr lang="en-US" dirty="0" smtClean="0"/>
              <a:t>                                                                                                                 Tools Used: SQL, </a:t>
            </a:r>
            <a:r>
              <a:rPr lang="en-US" dirty="0" smtClean="0"/>
              <a:t>Tableau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07461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400" b="1" dirty="0" smtClean="0">
                <a:solidFill>
                  <a:srgbClr val="FFFFFF"/>
                </a:solidFill>
              </a:rPr>
              <a:t>         </a:t>
            </a:r>
            <a:r>
              <a:rPr sz="3400" b="1" dirty="0" smtClean="0">
                <a:solidFill>
                  <a:srgbClr val="FFFFFF"/>
                </a:solidFill>
              </a:rPr>
              <a:t>Cyclist</a:t>
            </a:r>
            <a:r>
              <a:rPr lang="en-US" sz="3400" b="1" dirty="0" smtClean="0">
                <a:solidFill>
                  <a:srgbClr val="FFFFFF"/>
                </a:solidFill>
              </a:rPr>
              <a:t>ic</a:t>
            </a:r>
            <a:r>
              <a:rPr sz="3400" b="1" dirty="0" smtClean="0">
                <a:solidFill>
                  <a:srgbClr val="FFFFFF"/>
                </a:solidFill>
              </a:rPr>
              <a:t> </a:t>
            </a:r>
            <a:r>
              <a:rPr sz="3400" b="1" dirty="0">
                <a:solidFill>
                  <a:srgbClr val="FFFFFF"/>
                </a:solidFill>
              </a:rPr>
              <a:t>Bike Share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52704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F59E0B"/>
                </a:solidFill>
              </a:rPr>
              <a:t>                 </a:t>
            </a:r>
            <a:r>
              <a:rPr sz="2000" dirty="0" smtClean="0">
                <a:solidFill>
                  <a:srgbClr val="F59E0B"/>
                </a:solidFill>
              </a:rPr>
              <a:t>Google </a:t>
            </a:r>
            <a:r>
              <a:rPr sz="2000" dirty="0">
                <a:solidFill>
                  <a:srgbClr val="F59E0B"/>
                </a:solidFill>
              </a:rPr>
              <a:t>Data Analytics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• Cyclistic wants to convert casual riders into annual members.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Analyze riding behavior between member and casual users.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Identify trends based on weekdays and monthly ride activity.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Provide business recommendations to improve membership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Cleaning &amp;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• Removed duplicate records and invalid ride entries.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Handled missing values and incorrect timestamps.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Created weekday and ride duration metrics.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Standardized user categories and date formats.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Prepared clean dataset for Tableau dashboarding.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KPIs Tracked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• Total rides by customer type.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Monthly and weekday ride trends.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Member vs casual contribution analysis.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Seasonal demand patterns.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Customer usage behavior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Interactive Tableau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1291508"/>
            <a:ext cx="8809703" cy="5158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r>
              <a:t>• Members contribute the majority of overall rides.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Casual riders are more active during weekends.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Ride activity peaks during March and April.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Members show more consistent weekday usage.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t>• Seasonal demand significantly impacts bike-sharing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053260" cy="15850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DCDC"/>
                </a:solidFill>
              </a:defRPr>
            </a:pPr>
            <a:endParaRPr lang="en-US" dirty="0" smtClean="0"/>
          </a:p>
          <a:p>
            <a:pPr>
              <a:defRPr sz="2000">
                <a:solidFill>
                  <a:srgbClr val="DCDCDC"/>
                </a:solidFill>
              </a:defRPr>
            </a:pPr>
            <a:r>
              <a:rPr dirty="0" smtClean="0"/>
              <a:t>• </a:t>
            </a:r>
            <a:r>
              <a:rPr dirty="0"/>
              <a:t>Launch weekend-focused membership campaigns.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rPr dirty="0"/>
              <a:t>• Offer seasonal discounts for casual riders.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rPr dirty="0"/>
              <a:t>• Use loyalty programs to increase retention.</a:t>
            </a:r>
          </a:p>
          <a:p>
            <a:pPr>
              <a:defRPr sz="1900">
                <a:solidFill>
                  <a:srgbClr val="DCDCDC"/>
                </a:solidFill>
              </a:defRPr>
            </a:pPr>
            <a:r>
              <a:rPr dirty="0"/>
              <a:t>• Target frequent casual users with personalized marketing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823"/>
          </a:solidFill>
          <a:ln>
            <a:solidFill>
              <a:srgbClr val="14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12312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>
                <a:solidFill>
                  <a:srgbClr val="DCDCDC"/>
                </a:solidFill>
              </a:rPr>
              <a:t>The analysis identified clear behavioral differences between member </a:t>
            </a:r>
            <a:endParaRPr lang="en-US" sz="2200" dirty="0" smtClean="0">
              <a:solidFill>
                <a:srgbClr val="DCDCDC"/>
              </a:solidFill>
            </a:endParaRPr>
          </a:p>
          <a:p>
            <a:r>
              <a:rPr sz="2200" dirty="0" smtClean="0">
                <a:solidFill>
                  <a:srgbClr val="DCDCDC"/>
                </a:solidFill>
              </a:rPr>
              <a:t>and </a:t>
            </a:r>
            <a:r>
              <a:rPr sz="2200" dirty="0">
                <a:solidFill>
                  <a:srgbClr val="DCDCDC"/>
                </a:solidFill>
              </a:rPr>
              <a:t>casual riders. These insights can help </a:t>
            </a:r>
            <a:r>
              <a:rPr sz="2200" dirty="0" err="1">
                <a:solidFill>
                  <a:srgbClr val="DCDCDC"/>
                </a:solidFill>
              </a:rPr>
              <a:t>Cyclistic</a:t>
            </a:r>
            <a:r>
              <a:rPr sz="2200" dirty="0">
                <a:solidFill>
                  <a:srgbClr val="DCDCDC"/>
                </a:solidFill>
              </a:rPr>
              <a:t> improve customer </a:t>
            </a:r>
            <a:endParaRPr lang="en-US" sz="2200" dirty="0" smtClean="0">
              <a:solidFill>
                <a:srgbClr val="DCDCDC"/>
              </a:solidFill>
            </a:endParaRPr>
          </a:p>
          <a:p>
            <a:r>
              <a:rPr sz="2200" dirty="0" smtClean="0">
                <a:solidFill>
                  <a:srgbClr val="DCDCDC"/>
                </a:solidFill>
              </a:rPr>
              <a:t>targeting </a:t>
            </a:r>
            <a:r>
              <a:rPr sz="2200" dirty="0">
                <a:solidFill>
                  <a:srgbClr val="DCDCDC"/>
                </a:solidFill>
              </a:rPr>
              <a:t>strategies and increase annual memberships.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246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FCI</dc:creator>
  <cp:keywords/>
  <dc:description>generated using python-pptx</dc:description>
  <cp:lastModifiedBy>FCI</cp:lastModifiedBy>
  <cp:revision>4</cp:revision>
  <dcterms:created xsi:type="dcterms:W3CDTF">2013-01-27T09:14:16Z</dcterms:created>
  <dcterms:modified xsi:type="dcterms:W3CDTF">2026-06-07T16:55:12Z</dcterms:modified>
  <cp:category/>
</cp:coreProperties>
</file>