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222623"/>
            <a:ext cx="5917679" cy="2554983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441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76937" y="1828799"/>
            <a:ext cx="990599" cy="228659"/>
          </a:xfrm>
        </p:spPr>
        <p:txBody>
          <a:bodyPr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10" y="3264407"/>
            <a:ext cx="3859795" cy="228659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08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406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9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 bwMode="gray"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257588"/>
            <a:ext cx="3101765" cy="3020343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7"/>
            <a:ext cx="3054653" cy="302034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738039" y="7605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638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199"/>
            <a:ext cx="3636980" cy="353060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489199"/>
            <a:ext cx="3636981" cy="35306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556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94298"/>
            <a:ext cx="3636980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39" y="3253588"/>
            <a:ext cx="3636981" cy="276621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101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499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056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89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1182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3086845"/>
            <a:ext cx="2712589" cy="2938036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159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591" y="1340000"/>
            <a:ext cx="3001938" cy="161619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51591" y="3086100"/>
            <a:ext cx="3001938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872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9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5" y="4961453"/>
            <a:ext cx="6422002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3" y="5528191"/>
            <a:ext cx="6422003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208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2004" cy="1692720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8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828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2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2" name="TextBox 11"/>
          <p:cNvSpPr txBox="1"/>
          <p:nvPr/>
        </p:nvSpPr>
        <p:spPr bwMode="gray">
          <a:xfrm>
            <a:off x="7033422" y="2898648"/>
            <a:ext cx="6605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”</a:t>
            </a:r>
          </a:p>
        </p:txBody>
      </p:sp>
      <p:sp>
        <p:nvSpPr>
          <p:cNvPr id="11" name="TextBox 10"/>
          <p:cNvSpPr txBox="1"/>
          <p:nvPr/>
        </p:nvSpPr>
        <p:spPr bwMode="gray">
          <a:xfrm>
            <a:off x="651683" y="589767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58" y="903421"/>
            <a:ext cx="6160385" cy="289565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9" y="3809278"/>
            <a:ext cx="5646142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5"/>
            <a:ext cx="6422005" cy="1024065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294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057400"/>
            <a:ext cx="6422004" cy="2095500"/>
          </a:xfrm>
        </p:spPr>
        <p:txBody>
          <a:bodyPr anchor="b"/>
          <a:lstStyle>
            <a:lvl1pPr algn="l">
              <a:defRPr sz="36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3607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2305"/>
            <a:ext cx="6423592" cy="71466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2313433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5"/>
            <a:ext cx="2313432" cy="2877714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8472" y="2489200"/>
            <a:ext cx="232675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2" y="3147165"/>
            <a:ext cx="2326749" cy="286987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2489201"/>
            <a:ext cx="231374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3821" y="3147164"/>
            <a:ext cx="2313740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4845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3592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461" y="4180095"/>
            <a:ext cx="229904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2743" y="2486221"/>
            <a:ext cx="2021456" cy="145032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1"/>
          </p:nvPr>
        </p:nvSpPr>
        <p:spPr>
          <a:xfrm>
            <a:off x="881461" y="4837558"/>
            <a:ext cx="2298410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4318" y="4179596"/>
            <a:ext cx="231779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3550622" y="2509453"/>
            <a:ext cx="2025182" cy="14270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04318" y="4837558"/>
            <a:ext cx="2330903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1" y="4179595"/>
            <a:ext cx="229949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17"/>
          </p:nvPr>
        </p:nvSpPr>
        <p:spPr>
          <a:xfrm>
            <a:off x="6104946" y="2509453"/>
            <a:ext cx="2018839" cy="14270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63821" y="4837558"/>
            <a:ext cx="229949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299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0406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8"/>
            <p:cNvSpPr/>
            <p:nvPr/>
          </p:nvSpPr>
          <p:spPr bwMode="gray">
            <a:xfrm rot="5400000">
              <a:off x="1299309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414867" y="402165"/>
              <a:ext cx="46105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68970" y="1447799"/>
            <a:ext cx="1077347" cy="4571999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440" y="1447799"/>
            <a:ext cx="4417234" cy="4572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76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25" name="Rectangle 24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18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3202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6343201" cy="353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39638" y="6365499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8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454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Workforce Performance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1400" cap="none" dirty="0" smtClean="0"/>
              <a:t>Deeshna c k</a:t>
            </a:r>
            <a:endParaRPr lang="en-US" sz="1400" cap="non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Increase in team quality issues</a:t>
            </a:r>
            <a:r>
              <a:rPr lang="en-US" dirty="0" smtClean="0"/>
              <a:t>.</a:t>
            </a:r>
          </a:p>
          <a:p>
            <a:r>
              <a:rPr lang="en-US" dirty="0"/>
              <a:t>Limited visibility into analyst performance and SLA compliance</a:t>
            </a:r>
            <a:r>
              <a:rPr lang="en-US" dirty="0" smtClean="0"/>
              <a:t>.</a:t>
            </a:r>
          </a:p>
          <a:p>
            <a:r>
              <a:rPr lang="en-US" dirty="0"/>
              <a:t>Difficulty identifying workload and performance gaps</a:t>
            </a:r>
            <a:r>
              <a:rPr lang="en-US" dirty="0" smtClean="0"/>
              <a:t>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an interactive dashboard to monitor workforce performance and support operational decision-making.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Dummy operational dataset containing Analyst Name, Lead ID, SLA Status, Processing Date, and Productivity metrics.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 Defined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Overall </a:t>
            </a:r>
            <a:r>
              <a:rPr dirty="0"/>
              <a:t>SLA %</a:t>
            </a:r>
          </a:p>
          <a:p>
            <a:r>
              <a:rPr dirty="0" smtClean="0"/>
              <a:t>Total </a:t>
            </a:r>
            <a:r>
              <a:rPr dirty="0"/>
              <a:t>Active Employees</a:t>
            </a:r>
          </a:p>
          <a:p>
            <a:r>
              <a:rPr dirty="0" smtClean="0"/>
              <a:t>Total </a:t>
            </a:r>
            <a:r>
              <a:rPr dirty="0"/>
              <a:t>Leads Processed</a:t>
            </a:r>
          </a:p>
          <a:p>
            <a:r>
              <a:rPr dirty="0" smtClean="0"/>
              <a:t>Analyst </a:t>
            </a:r>
            <a:r>
              <a:rPr dirty="0"/>
              <a:t>Productivity</a:t>
            </a:r>
          </a:p>
          <a:p>
            <a:r>
              <a:rPr dirty="0" smtClean="0"/>
              <a:t>SLA </a:t>
            </a:r>
            <a:r>
              <a:rPr dirty="0"/>
              <a:t>Compliance Trend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Data </a:t>
            </a:r>
            <a:r>
              <a:rPr dirty="0"/>
              <a:t>cleaning</a:t>
            </a:r>
          </a:p>
          <a:p>
            <a:r>
              <a:rPr dirty="0" smtClean="0"/>
              <a:t>Handling </a:t>
            </a:r>
            <a:r>
              <a:rPr dirty="0"/>
              <a:t>missing values</a:t>
            </a:r>
          </a:p>
          <a:p>
            <a:r>
              <a:rPr dirty="0" smtClean="0"/>
              <a:t>KPI </a:t>
            </a:r>
            <a:r>
              <a:rPr dirty="0"/>
              <a:t>calculations</a:t>
            </a:r>
          </a:p>
          <a:p>
            <a:r>
              <a:rPr dirty="0" smtClean="0"/>
              <a:t>Data </a:t>
            </a:r>
            <a:r>
              <a:rPr dirty="0"/>
              <a:t>modeling for Tableau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Top </a:t>
            </a:r>
            <a:r>
              <a:rPr dirty="0"/>
              <a:t>performers identified</a:t>
            </a:r>
          </a:p>
          <a:p>
            <a:r>
              <a:rPr dirty="0" smtClean="0"/>
              <a:t>SLA </a:t>
            </a:r>
            <a:r>
              <a:rPr dirty="0"/>
              <a:t>fluctuations observed</a:t>
            </a:r>
          </a:p>
          <a:p>
            <a:r>
              <a:rPr dirty="0" smtClean="0"/>
              <a:t> </a:t>
            </a:r>
            <a:r>
              <a:rPr dirty="0"/>
              <a:t>Workload imbalance detected</a:t>
            </a:r>
          </a:p>
          <a:p>
            <a:r>
              <a:rPr dirty="0" smtClean="0"/>
              <a:t>Productivity </a:t>
            </a:r>
            <a:r>
              <a:rPr dirty="0"/>
              <a:t>vs SLA relationship analyzed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Rebalance </a:t>
            </a:r>
            <a:r>
              <a:rPr dirty="0"/>
              <a:t>workload</a:t>
            </a:r>
          </a:p>
          <a:p>
            <a:r>
              <a:rPr dirty="0" smtClean="0"/>
              <a:t>Coach </a:t>
            </a:r>
            <a:r>
              <a:rPr dirty="0"/>
              <a:t>low-performing analysts</a:t>
            </a:r>
          </a:p>
          <a:p>
            <a:r>
              <a:rPr dirty="0" smtClean="0"/>
              <a:t>Monitor </a:t>
            </a:r>
            <a:r>
              <a:rPr dirty="0"/>
              <a:t>SLA risk proactively</a:t>
            </a:r>
          </a:p>
          <a:p>
            <a:r>
              <a:rPr dirty="0" smtClean="0"/>
              <a:t>Improve </a:t>
            </a:r>
            <a:r>
              <a:rPr dirty="0"/>
              <a:t>workforce planning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 source of truth for managers, faster decision-making, and better operational visibility.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Dashboard Screenshot</a:t>
            </a:r>
          </a:p>
        </p:txBody>
      </p:sp>
      <p:pic>
        <p:nvPicPr>
          <p:cNvPr id="3" name="Picture 2" descr="Dash_preview_2026-05-14 at 6.31.32 AM.jpeg"/>
          <p:cNvPicPr>
            <a:picLocks noChangeAspect="1"/>
          </p:cNvPicPr>
          <p:nvPr/>
        </p:nvPicPr>
        <p:blipFill rotWithShape="1">
          <a:blip r:embed="rId2"/>
          <a:srcRect l="791" t="22385" r="669" b="7273"/>
          <a:stretch/>
        </p:blipFill>
        <p:spPr>
          <a:xfrm>
            <a:off x="334297" y="2300749"/>
            <a:ext cx="8603226" cy="3952568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15</TotalTime>
  <Words>145</Words>
  <Application>Microsoft Office PowerPoint</Application>
  <PresentationFormat>On-screen Show (4:3)</PresentationFormat>
  <Paragraphs>35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 Boardroom</vt:lpstr>
      <vt:lpstr>Workforce Performance Dashboard</vt:lpstr>
      <vt:lpstr>Business Problem</vt:lpstr>
      <vt:lpstr>Project Objective</vt:lpstr>
      <vt:lpstr>Dataset Overview</vt:lpstr>
      <vt:lpstr>KPIs Defined</vt:lpstr>
      <vt:lpstr>Data Preparation</vt:lpstr>
      <vt:lpstr>Key Insights</vt:lpstr>
      <vt:lpstr>Recommendations</vt:lpstr>
      <vt:lpstr>Business Impact</vt:lpstr>
      <vt:lpstr>Dashboard Screenshot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Workforce Performance Dashboard</dc:title>
  <dc:subject/>
  <dc:creator/>
  <cp:keywords/>
  <dc:description>generated using python-pptx</dc:description>
  <cp:lastModifiedBy>FCI</cp:lastModifiedBy>
  <cp:revision>6</cp:revision>
  <dcterms:created xsi:type="dcterms:W3CDTF">2013-01-27T09:14:16Z</dcterms:created>
  <dcterms:modified xsi:type="dcterms:W3CDTF">2026-06-07T17:18:35Z</dcterms:modified>
  <cp:category/>
</cp:coreProperties>
</file>